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67" r:id="rId13"/>
    <p:sldId id="268" r:id="rId14"/>
    <p:sldId id="270" r:id="rId15"/>
    <p:sldId id="265" r:id="rId16"/>
  </p:sldIdLst>
  <p:sldSz cx="18288000" cy="10287000"/>
  <p:notesSz cx="6858000" cy="9144000"/>
  <p:embeddedFontLst>
    <p:embeddedFont>
      <p:font typeface="Bookman Old Style" panose="02050604050505020204" pitchFamily="18" charset="0"/>
      <p:regular r:id="rId17"/>
      <p:bold r:id="rId18"/>
      <p:italic r:id="rId19"/>
      <p:boldItalic r:id="rId20"/>
    </p:embeddedFont>
    <p:embeddedFont>
      <p:font typeface="Cambria" panose="02040503050406030204" pitchFamily="18" charset="0"/>
      <p:regular r:id="rId21"/>
      <p:bold r:id="rId22"/>
      <p:italic r:id="rId23"/>
      <p:boldItalic r:id="rId24"/>
    </p:embeddedFont>
    <p:embeddedFont>
      <p:font typeface="Gotham" panose="020B0604020202020204" charset="0"/>
      <p:regular r:id="rId25"/>
    </p:embeddedFont>
    <p:embeddedFont>
      <p:font typeface="Gotham Bold Italics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898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</a:t>
            </a:r>
            <a:r>
              <a:rPr lang="en-IN" sz="36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 </a:t>
            </a:r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20-04-2026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501640" y="6057900"/>
            <a:ext cx="157841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Campus Event Management System</a:t>
            </a:r>
            <a:endParaRPr lang="en-IN" sz="36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93870" y="7800539"/>
            <a:ext cx="9067800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SUPRAJA K – VTU25927 – 23UECS0888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45035" y="7818586"/>
            <a:ext cx="6914603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Dr. HAFIZUR RAHMAN 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SDG No –  SDG 4 – Quality Education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 flipV="1">
            <a:off x="17983200" y="4932392"/>
            <a:ext cx="228600" cy="45704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11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56EFE7B-9444-A88D-35B8-9F7AE28035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2192255"/>
            <a:ext cx="12192000" cy="6832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0D0D0D"/>
              </a:solidFill>
              <a:effectLst/>
              <a:latin typeface="ui-sans-serif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Many colleges organize events such as workshops, seminars, and competitions regularly.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Students often miss event information due to lack of a centralized system.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methods like posters and manual announcements are inefficient.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Managing event registrations and participant details manually is difficult.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Therefore, a digital solution is needed to simplify event management.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 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Smart Campus Event Management System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provides a web-based platform for managing campus events.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Students can view event details and register online easily.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Administrators can create, update, and manage events efficiently.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1905000" y="2292715"/>
            <a:ext cx="15082325" cy="11480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many colleges, event management is still handled using manual methods such as posters, emails, or notice boards.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methods make it difficult for students to stay updated about upcoming events.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 registration and participant tracking are often done manually, which is time-consuming.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Organizers also face difficulty managing event schedules and participant data.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leads to miscommunication and reduced student participation in events.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 centralized digital platform to manage campus events efficiently.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should allow easy event creation, registration, and information sharing.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a Smart Campus Event Management System is required to automate and simplify event management.</a:t>
            </a:r>
          </a:p>
          <a:p>
            <a:pPr marL="457200" indent="-457200">
              <a:buFontTx/>
              <a:buChar char="-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400" dirty="0"/>
          </a:p>
          <a:p>
            <a:pPr marL="457200" indent="-457200">
              <a:buFontTx/>
              <a:buChar char="-"/>
            </a:pPr>
            <a:endParaRPr lang="en-US" sz="24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6A0A3A-1541-5EC0-5370-02DA282ABDDE}"/>
              </a:ext>
            </a:extLst>
          </p:cNvPr>
          <p:cNvSpPr txBox="1"/>
          <p:nvPr/>
        </p:nvSpPr>
        <p:spPr>
          <a:xfrm>
            <a:off x="1905000" y="2574179"/>
            <a:ext cx="15082325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develop a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web-based Smart Campus Event Management System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for managing campus events efficiently.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for event creation, event registration, and participant management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and accessibility of event information for students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evaluate the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of the system in simplifying campus event management and participation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1981200" y="2015465"/>
            <a:ext cx="15082325" cy="110491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is a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web-based Smart Campus Event Management System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for managing campus events digitally.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administrators to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create, update, and delete event details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easily.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can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upcoming events and register online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through the platform.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stores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 information and participant data in a structured database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reduces manual work involved in event announcements and registrations.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provides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quick access to event details anytime and anywhere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improves communication between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 organizers and students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Compared to traditional methods, the system offers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event management, better organization, and improved student participation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F9D4B0-38FE-DBA4-164D-1745B68379A5}"/>
              </a:ext>
            </a:extLst>
          </p:cNvPr>
          <p:cNvSpPr txBox="1"/>
          <p:nvPr/>
        </p:nvSpPr>
        <p:spPr>
          <a:xfrm>
            <a:off x="1729795" y="2089226"/>
            <a:ext cx="11224205" cy="111107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input stage includes the data entered by students and administrators through the web interface. This includes event details, student registration information, and login credentials.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stage, the system validates the input data and performs operations such as creating events, managing registrations, and handling user authentication.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database stores all the information related to users, events, and registrations. It ensures secure storage and allows the system to retrieve and update data when required.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output stage displays the processed information to the users. Students can view available events, registration confirmation, and event details through the web interface.</a:t>
            </a: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1062AA-9255-9150-B19D-611547A05E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45987" y="1361790"/>
            <a:ext cx="5627265" cy="844089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04F3B99-A5D2-54DC-51CD-4E86A99D3EA2}"/>
              </a:ext>
            </a:extLst>
          </p:cNvPr>
          <p:cNvSpPr txBox="1"/>
          <p:nvPr/>
        </p:nvSpPr>
        <p:spPr>
          <a:xfrm>
            <a:off x="2377045" y="1741462"/>
            <a:ext cx="707175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661683-97F1-408B-F462-18114F7E8E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8824" y="1146935"/>
            <a:ext cx="7391400" cy="9017896"/>
          </a:xfrm>
          <a:prstGeom prst="rect">
            <a:avLst/>
          </a:prstGeom>
        </p:spPr>
      </p:pic>
      <p:sp>
        <p:nvSpPr>
          <p:cNvPr id="8" name="Rectangle 5">
            <a:extLst>
              <a:ext uri="{FF2B5EF4-FFF2-40B4-BE49-F238E27FC236}">
                <a16:creationId xmlns:a16="http://schemas.microsoft.com/office/drawing/2014/main" id="{40A2E3CF-6D98-65F8-676B-5F358CCC10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2144" y="2345355"/>
            <a:ext cx="8943636" cy="627864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Admin Login: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 The administrator logs into the system using valid credentials.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Event Creation: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 The admin creates and publishes new events with details such as event name, date, time, and location.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Event Storage: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 The event information is stored securely in the database.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Student Login: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 Students log into the system to access the event management platform.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View Events: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 Students can browse the list of available and upcoming campus events.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Event Registration: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 Students select an event and register by submitting their details.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Data Processing: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 The system processes and stores registration details in the database.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Output/Confirmation: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 The system displays event information and registration confirmation to the students.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176975" y="1982349"/>
            <a:ext cx="15082325" cy="100335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b="1" dirty="0"/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HTML, CSS, JavaScript – Used to design the user interface and web pages for event browsing, registration, and navigation.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Node.js with Express.js – Used to handle server-side logic, process requests, and manage event and user data.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– Used to store information such as user details, event data, and registration records.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Code, GitHub, Web Browser – Used for coding, version control, and running the application.</a:t>
            </a:r>
          </a:p>
          <a:p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Hardware/Software Requirements</a:t>
            </a:r>
          </a:p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Hardware: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Computer/Laptop with minimum 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GB RAM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and 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connectivity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Software: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 (Windows/Linux/Mac), Web Browser, 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Node.js runtime environment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 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Database Server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Tx/>
              <a:buChar char="-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1990304" y="1982349"/>
            <a:ext cx="15082325" cy="81868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/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User Management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user registration and login for students and administrators. It ensures secure authentication and allows users to access the system based on their roles.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Event Management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administrators to create, update, and delete campus events. This module manages event details such as event name, date, time, location, and description.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Event Registration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students to browse available events and register online. It stores participant information and manages the list of registered students.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Database Management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the storage and retrieval of data related to users, events, and registrations while ensuring data consistency and security.</a:t>
            </a:r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  <a:p>
            <a:endParaRPr lang="en-IN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EC6A4DA-6D4B-3E6A-CF92-E543DD7AFBF5}"/>
              </a:ext>
            </a:extLst>
          </p:cNvPr>
          <p:cNvSpPr txBox="1"/>
          <p:nvPr/>
        </p:nvSpPr>
        <p:spPr>
          <a:xfrm>
            <a:off x="2209800" y="1638300"/>
            <a:ext cx="1508232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CB0586-F120-71A6-3B60-F1FFFB4016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0" y="1346545"/>
            <a:ext cx="11811000" cy="467737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85714F5-2E39-6890-17CA-545F46D4164B}"/>
              </a:ext>
            </a:extLst>
          </p:cNvPr>
          <p:cNvSpPr txBox="1"/>
          <p:nvPr/>
        </p:nvSpPr>
        <p:spPr>
          <a:xfrm>
            <a:off x="2184816" y="6488325"/>
            <a:ext cx="1421067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buAutoNum type="arabicPeriod"/>
            </a:pPr>
            <a:r>
              <a:rPr lang="en-US" sz="24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Home Page</a:t>
            </a:r>
            <a:br>
              <a:rPr lang="en-US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home page introduces the Smart Campus Event Management System and displays information about upcoming campus events. Users can navigate to login or view event details from this page.</a:t>
            </a:r>
          </a:p>
          <a:p>
            <a:pPr marL="457200" indent="-457200" algn="l">
              <a:buAutoNum type="arabicPeriod"/>
            </a:pPr>
            <a:endParaRPr lang="en-US" sz="24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None/>
            </a:pPr>
            <a:r>
              <a:rPr lang="en-US" sz="24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Login Page</a:t>
            </a:r>
            <a:br>
              <a:rPr lang="en-US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login page allows registered students and administrators to securely access the system using their username and password</a:t>
            </a:r>
            <a:r>
              <a:rPr lang="en-US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46F2C30-13B1-3754-C147-D58A899BC459}"/>
              </a:ext>
            </a:extLst>
          </p:cNvPr>
          <p:cNvSpPr txBox="1"/>
          <p:nvPr/>
        </p:nvSpPr>
        <p:spPr>
          <a:xfrm>
            <a:off x="2209800" y="1638300"/>
            <a:ext cx="1508232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48A809-E761-1108-103A-D5070DCAB1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1570517"/>
            <a:ext cx="7761664" cy="42919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9409B0F-84A4-CB70-A621-1466443135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3448" y="1509131"/>
            <a:ext cx="7569324" cy="4353307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3A422D1C-9C7B-F671-49CE-22E8A5C018E6}"/>
              </a:ext>
            </a:extLst>
          </p:cNvPr>
          <p:cNvSpPr txBox="1"/>
          <p:nvPr/>
        </p:nvSpPr>
        <p:spPr>
          <a:xfrm>
            <a:off x="2038663" y="6653894"/>
            <a:ext cx="1421067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4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Main Module (Event Management Page)</a:t>
            </a:r>
            <a:br>
              <a:rPr lang="en-US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the main module, administrators can create and manage events, and students can browse available events and register for </a:t>
            </a:r>
            <a:r>
              <a:rPr lang="en-US" sz="2400" b="0" i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them.</a:t>
            </a:r>
            <a:endParaRPr lang="en-US" sz="24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None/>
            </a:pPr>
            <a:r>
              <a:rPr lang="en-US" sz="24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 Output Page</a:t>
            </a:r>
            <a:br>
              <a:rPr lang="en-US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output page displays the results such as event lists, registration confirmation, and event details for the users.</a:t>
            </a:r>
          </a:p>
        </p:txBody>
      </p:sp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0EA81E-D408-1A06-6895-1BF3CA09E497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F1DA83-41AB-ABA2-1607-E12FD0EB53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8399" y="1525603"/>
            <a:ext cx="6432201" cy="67586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B9613EB-D09D-82D9-693E-D0086D2DE9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5160" y="1598733"/>
            <a:ext cx="8430874" cy="6684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1A1FDE-E3AB-682A-64B7-DA145F23EB91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6685ED-8982-F7E8-20AD-C4422F4993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3149" y="1638300"/>
            <a:ext cx="13412321" cy="7488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C893F94-FE69-4313-0800-C46508825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9937" y="1755258"/>
            <a:ext cx="13825696" cy="794063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a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centralized platform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for managing all campus events.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Allows students to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view and register for events online easily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Reduces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work and paperwork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in event management.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Improves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between organizers and students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Stores event and registration data in an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organized database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interface makes the system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easy to use for students and admins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Requires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internet connectivity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to access the system.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Users must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log in to view and register for events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 functionality depends on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proper server and database maintenance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security depends on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correct database protection and authentication mechanisms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ui-sans-serif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</TotalTime>
  <Words>1338</Words>
  <Application>Microsoft Office PowerPoint</Application>
  <PresentationFormat>Custom</PresentationFormat>
  <Paragraphs>352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Times New Roman</vt:lpstr>
      <vt:lpstr>ui-sans-serif</vt:lpstr>
      <vt:lpstr>Bookman Old Style</vt:lpstr>
      <vt:lpstr>Calibri</vt:lpstr>
      <vt:lpstr>Gotham</vt:lpstr>
      <vt:lpstr>Cambria</vt:lpstr>
      <vt:lpstr>Arial</vt:lpstr>
      <vt:lpstr>Gotham Bold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Supraja K</dc:creator>
  <cp:lastModifiedBy>Supraja K</cp:lastModifiedBy>
  <cp:revision>14</cp:revision>
  <dcterms:created xsi:type="dcterms:W3CDTF">2006-08-16T00:00:00Z</dcterms:created>
  <dcterms:modified xsi:type="dcterms:W3CDTF">2026-05-05T17:07:17Z</dcterms:modified>
  <dc:identifier>DAHCaYqJ9OU</dc:identifier>
</cp:coreProperties>
</file>